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777"/>
    <p:restoredTop sz="94664"/>
  </p:normalViewPr>
  <p:slideViewPr>
    <p:cSldViewPr snapToGrid="0">
      <p:cViewPr varScale="1">
        <p:scale>
          <a:sx n="151" d="100"/>
          <a:sy n="151" d="100"/>
        </p:scale>
        <p:origin x="122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CC951E-856B-8616-F2D1-82CAFB82BC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64A735-6F4D-B852-0299-5000386C0A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543455-6B20-CFE4-2886-25DE8DE9EB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539D8-30DF-DE46-9CE5-51EF0938979F}" type="datetimeFigureOut">
              <a:rPr lang="en-US" smtClean="0"/>
              <a:t>10/15/24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3C0DE-984A-7616-4C5B-C9A5749E2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542C61-E892-081A-2803-FE6C21512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B8748-309C-B646-AB80-3DEE01A70C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8425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DD7936-20F7-7EFD-5FE9-B70B7F532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2E9BF5-2923-6A28-34C7-A14ADD209E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68D8E3-9F5E-4B93-0AFD-F0A11614EA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539D8-30DF-DE46-9CE5-51EF0938979F}" type="datetimeFigureOut">
              <a:rPr lang="en-US" smtClean="0"/>
              <a:t>10/15/24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8FFBAF-A913-3CD5-C43E-85D17123BF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76518D-3FD4-C3D4-C06F-E6AD3AA25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B8748-309C-B646-AB80-3DEE01A70C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9635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2541C-F2F7-DDDD-2D8E-684C0DD20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FEDCE8-5B50-7548-8D91-1178DBEE51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5D8634-5358-DF04-CA12-57B036FC19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539D8-30DF-DE46-9CE5-51EF0938979F}" type="datetimeFigureOut">
              <a:rPr lang="en-US" smtClean="0"/>
              <a:t>10/15/24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C8CC60-D763-36A3-7A1C-837D13B46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C5B921-496B-528B-3404-3FC49E49B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B8748-309C-B646-AB80-3DEE01A70C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43024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55F370-F81F-1ACF-BEB2-C15A3E9139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422FA0-C193-9818-0E39-48927F3C95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4FBE5F-97B6-A2F5-AEBD-C29AA9F152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EC98E0-DDA9-A553-B047-99A1AE34CC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539D8-30DF-DE46-9CE5-51EF0938979F}" type="datetimeFigureOut">
              <a:rPr lang="en-US" smtClean="0"/>
              <a:t>10/15/24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56D711-3471-6C1D-A56E-7B0CE28A1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5684D6-42FF-C617-938E-974E2CDB7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B8748-309C-B646-AB80-3DEE01A70C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1941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82503-2990-F119-25C3-CC43EA8664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6C3949-4009-18BE-C8EA-B4E35ED5B8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578F6B-D9C4-5690-C000-416EA528C2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6DE941-63D8-4A43-B152-2BE7E5CC77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F69317F-A7E2-A897-FC6B-58C47168B0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3E59A4-1980-CA21-9F7D-E46B01024C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539D8-30DF-DE46-9CE5-51EF0938979F}" type="datetimeFigureOut">
              <a:rPr lang="en-US" smtClean="0"/>
              <a:t>10/15/24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CE01116-9070-81A5-41F3-518DE2DA0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B7D1386-E0BF-9263-C817-4008D5401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B8748-309C-B646-AB80-3DEE01A70C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5440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EDD299-39CC-88FD-6383-62D21555F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FE45A0-0700-3003-19C7-91541803C7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539D8-30DF-DE46-9CE5-51EF0938979F}" type="datetimeFigureOut">
              <a:rPr lang="en-US" smtClean="0"/>
              <a:t>10/15/24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93E50B-E8C8-213B-7AC8-254AE62C71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B788E2-D4F4-576C-28F8-B229B0633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B8748-309C-B646-AB80-3DEE01A70C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4363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87639B6-F7C9-7D03-F18B-1DF10490FA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539D8-30DF-DE46-9CE5-51EF0938979F}" type="datetimeFigureOut">
              <a:rPr lang="en-US" smtClean="0"/>
              <a:t>10/15/24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D17600-0D09-9FF4-0381-A2F40119F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359C31-B571-AADD-0011-F1CC497907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B8748-309C-B646-AB80-3DEE01A70C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2946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39A82-AE38-0FB4-04D9-2043442F7F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B472FE-F8FB-F741-781F-30E25077B1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5B1FA5-F06E-CF52-FD2C-325B53FE5B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92F9B8-674A-71C3-FAF8-11A5308BA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539D8-30DF-DE46-9CE5-51EF0938979F}" type="datetimeFigureOut">
              <a:rPr lang="en-US" smtClean="0"/>
              <a:t>10/15/24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ED3D40-A2A5-8718-BE9F-03DEC6CAF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E6CC35-E031-112C-BBA1-BA7DBAF43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B8748-309C-B646-AB80-3DEE01A70C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9899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4175AE-756E-87D4-A363-A1FDF1A5D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5E592A0-C3F9-5874-20F2-5D9862CB18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C9DA55-07C8-A4EA-F91C-567A739CEF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C2AAAD-2E9B-672B-3CA0-D33C064A0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539D8-30DF-DE46-9CE5-51EF0938979F}" type="datetimeFigureOut">
              <a:rPr lang="en-US" smtClean="0"/>
              <a:t>10/15/24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294EC2-E0DB-0F1B-C7E0-BEBB62CB43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F5D542-07DE-0832-20FC-5CA50B750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B8748-309C-B646-AB80-3DEE01A70C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1271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6DE34-8B11-45B2-D7B1-A877B865D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B4A8E2-F30D-984B-C046-6B7E61417E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E45B4B-D2C5-59BF-3601-7B97AF5A3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539D8-30DF-DE46-9CE5-51EF0938979F}" type="datetimeFigureOut">
              <a:rPr lang="en-US" smtClean="0"/>
              <a:t>10/15/24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4E1EE2-9E75-97B3-F34E-E6354B914A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BCB16E-B5EA-08F8-A29D-3E5FDBECC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B8748-309C-B646-AB80-3DEE01A70C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3750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E7EB042-52BD-E63D-3CAD-15352C3A13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E200DE-F0EA-3CC3-15F0-E0877394D9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022193-0135-907D-F31A-F181D2B96E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539D8-30DF-DE46-9CE5-51EF0938979F}" type="datetimeFigureOut">
              <a:rPr lang="en-US" smtClean="0"/>
              <a:t>10/15/24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FA8AAF-5888-E700-FF1F-8019104573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870BD6-0C05-5AA6-3160-E5CE50C90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B8748-309C-B646-AB80-3DEE01A70C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5224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4714202-333C-32FC-6AB0-7B31F90EC9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0C86D8-B4F4-42D2-1645-B46B7445F5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B0AF03-DD83-2375-DE3E-6E3F5D3175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D539D8-30DF-DE46-9CE5-51EF0938979F}" type="datetimeFigureOut">
              <a:rPr lang="en-US" smtClean="0"/>
              <a:t>10/15/24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E8C91D-4384-A633-233A-A71D7F6003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6DAD93-543D-688A-50D1-AFB43CA1F4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3B8748-309C-B646-AB80-3DEE01A70C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5014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gi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C6D1384-AD78-61BD-CA2C-9FCFCA29A63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4649" t="-806" r="919" b="188"/>
          <a:stretch/>
        </p:blipFill>
        <p:spPr>
          <a:xfrm>
            <a:off x="2508556" y="530087"/>
            <a:ext cx="7637629" cy="553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0666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ack and white text with black text&#10;&#10;Description automatically generated">
            <a:extLst>
              <a:ext uri="{FF2B5EF4-FFF2-40B4-BE49-F238E27FC236}">
                <a16:creationId xmlns:a16="http://schemas.microsoft.com/office/drawing/2014/main" id="{B4017C65-9ADC-9EF5-7FC9-79370ACA004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64" t="1555" r="1687" b="1439"/>
          <a:stretch/>
        </p:blipFill>
        <p:spPr>
          <a:xfrm>
            <a:off x="1984014" y="218046"/>
            <a:ext cx="8670734" cy="6421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3523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72DAFB7-951E-8A0B-7609-E4DFE4A31DE0}"/>
              </a:ext>
            </a:extLst>
          </p:cNvPr>
          <p:cNvSpPr/>
          <p:nvPr/>
        </p:nvSpPr>
        <p:spPr>
          <a:xfrm>
            <a:off x="4279391" y="1347888"/>
            <a:ext cx="5037503" cy="35194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927FD5BE-2B57-C6A7-FA9D-008274233B2F}"/>
              </a:ext>
            </a:extLst>
          </p:cNvPr>
          <p:cNvGrpSpPr/>
          <p:nvPr/>
        </p:nvGrpSpPr>
        <p:grpSpPr>
          <a:xfrm>
            <a:off x="2120391" y="857896"/>
            <a:ext cx="6608742" cy="4882504"/>
            <a:chOff x="4279391" y="1340496"/>
            <a:chExt cx="5037503" cy="3526862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29ADD8AE-68CB-9F80-389D-74EE72D10DC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25460"/>
            <a:stretch/>
          </p:blipFill>
          <p:spPr>
            <a:xfrm>
              <a:off x="4279392" y="1340496"/>
              <a:ext cx="2477884" cy="2286168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84D52F88-C252-1354-9DAA-A89A79912FB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20521" b="16216"/>
            <a:stretch/>
          </p:blipFill>
          <p:spPr>
            <a:xfrm>
              <a:off x="4279391" y="3668981"/>
              <a:ext cx="2035097" cy="1198377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0876E028-773C-1ECB-EEEE-791D4A01E74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28210" t="3001" r="2222" b="2623"/>
            <a:stretch/>
          </p:blipFill>
          <p:spPr>
            <a:xfrm>
              <a:off x="6757275" y="1347888"/>
              <a:ext cx="2559619" cy="2278776"/>
            </a:xfrm>
            <a:prstGeom prst="rect">
              <a:avLst/>
            </a:prstGeom>
          </p:spPr>
        </p:pic>
        <p:pic>
          <p:nvPicPr>
            <p:cNvPr id="20" name="Picture 19" descr="A diagram of a program&#10;&#10;Description automatically generated">
              <a:extLst>
                <a:ext uri="{FF2B5EF4-FFF2-40B4-BE49-F238E27FC236}">
                  <a16:creationId xmlns:a16="http://schemas.microsoft.com/office/drawing/2014/main" id="{7434F2F8-5F39-97D1-08BC-D0EEA34A4D6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454945" y="3704187"/>
              <a:ext cx="2814268" cy="112796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925311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5A9A0DB-8C1A-13F3-F09A-EF50DE34B0F3}"/>
              </a:ext>
            </a:extLst>
          </p:cNvPr>
          <p:cNvSpPr/>
          <p:nvPr/>
        </p:nvSpPr>
        <p:spPr>
          <a:xfrm>
            <a:off x="3234590" y="1679944"/>
            <a:ext cx="5668110" cy="42556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7665FBE-C3E7-8139-A1D6-6F6CEBB73BEB}"/>
              </a:ext>
            </a:extLst>
          </p:cNvPr>
          <p:cNvGrpSpPr/>
          <p:nvPr/>
        </p:nvGrpSpPr>
        <p:grpSpPr>
          <a:xfrm>
            <a:off x="3234590" y="1835122"/>
            <a:ext cx="5668110" cy="4102975"/>
            <a:chOff x="3234590" y="1835122"/>
            <a:chExt cx="5668110" cy="4102975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4C607BF3-09C5-15B2-D776-2D774D2109B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951" t="2278" r="588" b="14898"/>
            <a:stretch/>
          </p:blipFill>
          <p:spPr>
            <a:xfrm>
              <a:off x="3234590" y="1835122"/>
              <a:ext cx="5668110" cy="1950511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319E3B64-DBE6-102B-1E31-C81537F54D5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b="10152"/>
            <a:stretch/>
          </p:blipFill>
          <p:spPr>
            <a:xfrm>
              <a:off x="3237500" y="3836435"/>
              <a:ext cx="2494433" cy="2101662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3AEA60A8-349D-39FE-B5C8-AFFF84E74AB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532" r="9134"/>
            <a:stretch/>
          </p:blipFill>
          <p:spPr>
            <a:xfrm>
              <a:off x="5795434" y="3836435"/>
              <a:ext cx="3107266" cy="209918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572141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flowchart&#10;&#10;Description automatically generated">
            <a:extLst>
              <a:ext uri="{FF2B5EF4-FFF2-40B4-BE49-F238E27FC236}">
                <a16:creationId xmlns:a16="http://schemas.microsoft.com/office/drawing/2014/main" id="{74F5F4D2-5F1D-C81F-4369-597045F07C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9100" y="124883"/>
            <a:ext cx="6202838" cy="6309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83477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phone&#10;&#10;Description automatically generated">
            <a:extLst>
              <a:ext uri="{FF2B5EF4-FFF2-40B4-BE49-F238E27FC236}">
                <a16:creationId xmlns:a16="http://schemas.microsoft.com/office/drawing/2014/main" id="{451BDA43-D1BC-4672-3EDA-656E688ADE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7282" y="188384"/>
            <a:ext cx="5661599" cy="6288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21409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201</TotalTime>
  <Words>0</Words>
  <Application>Microsoft Macintosh PowerPoint</Application>
  <PresentationFormat>Widescreen</PresentationFormat>
  <Paragraphs>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Tang, Chen</dc:creator>
  <cp:lastModifiedBy>Tang, Chen</cp:lastModifiedBy>
  <cp:revision>2</cp:revision>
  <dcterms:created xsi:type="dcterms:W3CDTF">2024-10-14T23:45:16Z</dcterms:created>
  <dcterms:modified xsi:type="dcterms:W3CDTF">2024-10-15T20:56:39Z</dcterms:modified>
</cp:coreProperties>
</file>